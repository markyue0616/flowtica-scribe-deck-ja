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54864" cy="301752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5943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meeting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over.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11480" y="32461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thinking hasn't started.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4114800"/>
            <a:ext cx="1645920" cy="12802"/>
          </a:xfrm>
          <a:prstGeom prst="rect">
            <a:avLst/>
          </a:prstGeom>
          <a:solidFill>
            <a:srgbClr val="888380"/>
          </a:solidFill>
          <a:ln w="12700">
            <a:solidFill>
              <a:srgbClr val="8883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279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FLOWTICA  ·  SCRIBE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635240" y="640080"/>
            <a:ext cx="64008" cy="3566160"/>
          </a:xfrm>
          <a:prstGeom prst="rect">
            <a:avLst/>
          </a:prstGeom>
          <a:solidFill>
            <a:srgbClr val="C8973A">
              <a:alpha val="45000"/>
            </a:srgbClr>
          </a:solidFill>
          <a:ln w="12700">
            <a:solidFill>
              <a:srgbClr val="C8973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640080"/>
            <a:ext cx="338328" cy="6400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16368" y="4206240"/>
            <a:ext cx="301752" cy="9144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71232" y="4297680"/>
            <a:ext cx="192024" cy="9144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6096" y="4389120"/>
            <a:ext cx="82296" cy="10972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005840"/>
            <a:ext cx="91440" cy="91440"/>
          </a:xfrm>
          <a:prstGeom prst="ellipse">
            <a:avLst/>
          </a:prstGeom>
          <a:solidFill>
            <a:srgbClr val="C8973A">
              <a:alpha val="28000"/>
            </a:srgbClr>
          </a:solidFill>
          <a:ln w="12700">
            <a:solidFill>
              <a:srgbClr val="C8973A">
                <a:alpha val="3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1920240"/>
            <a:ext cx="164592" cy="164592"/>
          </a:xfrm>
          <a:prstGeom prst="ellipse">
            <a:avLst/>
          </a:prstGeom>
          <a:solidFill>
            <a:srgbClr val="C8973A">
              <a:alpha val="40000"/>
            </a:srgbClr>
          </a:solidFill>
          <a:ln w="12700">
            <a:solidFill>
              <a:srgbClr val="C8973A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2834640"/>
            <a:ext cx="64008" cy="64008"/>
          </a:xfrm>
          <a:prstGeom prst="ellipse">
            <a:avLst/>
          </a:prstGeom>
          <a:solidFill>
            <a:srgbClr val="C8973A">
              <a:alpha val="45000"/>
            </a:srgbClr>
          </a:solidFill>
          <a:ln w="12700">
            <a:solidFill>
              <a:srgbClr val="C8973A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3474720"/>
            <a:ext cx="118872" cy="118872"/>
          </a:xfrm>
          <a:prstGeom prst="ellipse">
            <a:avLst/>
          </a:prstGeom>
          <a:solidFill>
            <a:srgbClr val="C8973A">
              <a:alpha val="32000"/>
            </a:srgbClr>
          </a:solidFill>
          <a:ln w="12700">
            <a:solidFill>
              <a:srgbClr val="C8973A">
                <a:alpha val="4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recorded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02920" y="2926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understood nothing.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577840" y="1261872"/>
            <a:ext cx="201168" cy="16459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97880" y="1097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883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summary. Page 2. Never read.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577840" y="2267712"/>
            <a:ext cx="201168" cy="16459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883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items? Still pending.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0" y="3273552"/>
            <a:ext cx="201168" cy="16459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3108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883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decision? Already forgotten.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problem Flowtica was built to solve.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notetakers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answered the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question.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42976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IS EVERYWHERE.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spc="3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CLARITY IS RARE.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800600" y="640080"/>
            <a:ext cx="12802" cy="3657600"/>
          </a:xfrm>
          <a:prstGeom prst="rect">
            <a:avLst/>
          </a:prstGeom>
          <a:solidFill>
            <a:srgbClr val="888380">
              <a:alpha val="40000"/>
            </a:srgbClr>
          </a:solidFill>
          <a:ln w="12700">
            <a:solidFill>
              <a:srgbClr val="88838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640080"/>
            <a:ext cx="1737360" cy="16459"/>
          </a:xfrm>
          <a:prstGeom prst="rect">
            <a:avLst/>
          </a:prstGeom>
          <a:solidFill>
            <a:srgbClr val="888380">
              <a:alpha val="70000"/>
            </a:srgbClr>
          </a:solidFill>
          <a:ln w="12700">
            <a:solidFill>
              <a:srgbClr val="888380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685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answer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4920" y="1143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was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said?"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7492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Otter. Plaud. Granola.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hundred more.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640080"/>
            <a:ext cx="1828800" cy="16459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answer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0" y="1143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comes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next?"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132320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Flowtica Scribe.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12801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FLOWTICA  ·  SCRIBE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pen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thinks back.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activates your full mind.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Flowtica captures what matters.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reveals what's next.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2080" y="822960"/>
            <a:ext cx="3749040" cy="11704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12080" y="822960"/>
            <a:ext cx="50292" cy="117043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9784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FlowMark™ Key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38988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highlight button. Mark the moment in real time — never lose the thread.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2194560"/>
            <a:ext cx="3749040" cy="11704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12080" y="2194560"/>
            <a:ext cx="50292" cy="117043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3500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16.4ft MEMS Array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76148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15 individual voices. Conference-grade fidelity. No phone on the table.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0" y="3566160"/>
            <a:ext cx="3749040" cy="11704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3566160"/>
            <a:ext cx="50292" cy="117043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37216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100-Hour Battery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413308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30hrs standalone + charging case. Your longest week, covered.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Scribe works.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moments. One continuous flow.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472" y="1691640"/>
            <a:ext cx="2697480" cy="315468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691640"/>
            <a:ext cx="2697480" cy="4572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5786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by hand.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 activates deeper cognitive processing. Your brain is at full power. FlowMark™ captures key moments as they happen.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44952" y="3218688"/>
            <a:ext cx="210312" cy="16459"/>
          </a:xfrm>
          <a:prstGeom prst="rect">
            <a:avLst/>
          </a:prstGeom>
          <a:solidFill>
            <a:srgbClr val="C8973A">
              <a:alpha val="55000"/>
            </a:srgbClr>
          </a:solidFill>
          <a:ln w="12700">
            <a:solidFill>
              <a:srgbClr val="C8973A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55264" y="1691640"/>
            <a:ext cx="2697480" cy="315468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55264" y="1691640"/>
            <a:ext cx="2697480" cy="4572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874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56432" y="25786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Scribe records.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56432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MEMS mic picks up the full room. Zero social friction — no phone on the table, no one feeling watched.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52744" y="3218688"/>
            <a:ext cx="210312" cy="16459"/>
          </a:xfrm>
          <a:prstGeom prst="rect">
            <a:avLst/>
          </a:prstGeom>
          <a:solidFill>
            <a:srgbClr val="C8973A">
              <a:alpha val="55000"/>
            </a:srgbClr>
          </a:solidFill>
          <a:ln w="12700">
            <a:solidFill>
              <a:srgbClr val="C8973A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691640"/>
            <a:ext cx="2697480" cy="315468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1691640"/>
            <a:ext cx="2697480" cy="4572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1874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64224" y="25786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interrogates.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64224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summary. A dialogue. Flowtica asks back: Why this point? What's the action? Who owns the next step?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-22860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AI tools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you a mirror.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Scribe gives you a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 partner.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secretary. A Socrates.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228600"/>
            <a:ext cx="2651760" cy="2651760"/>
          </a:xfrm>
          <a:prstGeom prst="ellipse">
            <a:avLst/>
          </a:prstGeom>
          <a:solidFill>
            <a:srgbClr val="C8973A">
              <a:alpha val="7000"/>
            </a:srgbClr>
          </a:solidFill>
          <a:ln w="12700">
            <a:solidFill>
              <a:srgbClr val="C8973A">
                <a:alpha val="2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PEOPLE WHO CAN'T AFFORD TO MISS WHAT'S NEXT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2743200" cy="3977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14400"/>
            <a:ext cx="2743200" cy="59436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"300 summaries in my inbox. Not one decision made."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1280160" cy="12802"/>
          </a:xfrm>
          <a:prstGeom prst="rect">
            <a:avLst/>
          </a:prstGeom>
          <a:solidFill>
            <a:srgbClr val="C8973A">
              <a:alpha val="55000"/>
            </a:srgbClr>
          </a:solidFill>
          <a:ln w="12700">
            <a:solidFill>
              <a:srgbClr val="C8973A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cuts to the boardroom truth. You leave with the three things that actually matter.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914400"/>
            <a:ext cx="2743200" cy="3977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914400"/>
            <a:ext cx="2743200" cy="59436"/>
          </a:xfrm>
          <a:prstGeom prst="rect">
            <a:avLst/>
          </a:prstGeom>
          <a:solidFill>
            <a:srgbClr val="4D8B72"/>
          </a:solidFill>
          <a:ln w="12700">
            <a:solidFill>
              <a:srgbClr val="4D8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1155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D8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60020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need the testimony — not the transcript."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29000" y="2971800"/>
            <a:ext cx="1280160" cy="12802"/>
          </a:xfrm>
          <a:prstGeom prst="rect">
            <a:avLst/>
          </a:prstGeom>
          <a:solidFill>
            <a:srgbClr val="4D8B72">
              <a:alpha val="55000"/>
            </a:srgbClr>
          </a:solidFill>
          <a:ln w="12700">
            <a:solidFill>
              <a:srgbClr val="4D8B72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31546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FlowMark™ pins the exact moment. AI indexes by significance, not chronology.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914400"/>
            <a:ext cx="2743200" cy="3977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914400"/>
            <a:ext cx="2743200" cy="59436"/>
          </a:xfrm>
          <a:prstGeom prst="rect">
            <a:avLst/>
          </a:prstGeom>
          <a:solidFill>
            <a:srgbClr val="7B6FA8"/>
          </a:solidFill>
          <a:ln w="12700">
            <a:solidFill>
              <a:srgbClr val="7B6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1155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B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160020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"Follow-up is where deals die."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2971800"/>
            <a:ext cx="1280160" cy="12802"/>
          </a:xfrm>
          <a:prstGeom prst="rect">
            <a:avLst/>
          </a:prstGeom>
          <a:solidFill>
            <a:srgbClr val="7B6FA8">
              <a:alpha val="55000"/>
            </a:srgbClr>
          </a:solidFill>
          <a:ln w="12700">
            <a:solidFill>
              <a:srgbClr val="7B6FA8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1546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email writes itself. Your next question surfaces before the call ends.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1560" y="1627632"/>
            <a:ext cx="7498080" cy="12802"/>
          </a:xfrm>
          <a:prstGeom prst="rect">
            <a:avLst/>
          </a:prstGeom>
          <a:solidFill>
            <a:srgbClr val="888380">
              <a:alpha val="35000"/>
            </a:srgbClr>
          </a:solidFill>
          <a:ln w="12700">
            <a:solidFill>
              <a:srgbClr val="888380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4173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is a commodity.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8928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records and transcribes. The market is saturated. The next battle isn't memory — it's meaning.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32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" y="2743200"/>
            <a:ext cx="7498080" cy="12802"/>
          </a:xfrm>
          <a:prstGeom prst="rect">
            <a:avLst/>
          </a:prstGeom>
          <a:solidFill>
            <a:srgbClr val="888380">
              <a:alpha val="35000"/>
            </a:srgbClr>
          </a:solidFill>
          <a:ln w="12700">
            <a:solidFill>
              <a:srgbClr val="888380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3288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Physical-digital hybrid is the next interface.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00837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Remarkable. Moleskine. Now Scribe. Writing isn't obsolete — it's underutilized. The hand is the original high-bandwidth input.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484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3858768"/>
            <a:ext cx="7498080" cy="12802"/>
          </a:xfrm>
          <a:prstGeom prst="rect">
            <a:avLst/>
          </a:prstGeom>
          <a:solidFill>
            <a:srgbClr val="888380">
              <a:alpha val="35000"/>
            </a:srgbClr>
          </a:solidFill>
          <a:ln w="12700">
            <a:solidFill>
              <a:srgbClr val="888380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64845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overload is at a historic high.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12394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information than ever. Less clarity than ever. The market is ready for a tool that reduces cognitive debt, not adds to 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</a:t>
            </a:r>
            <a:endParaRPr lang="en-US" sz="7400" dirty="0"/>
          </a:p>
          <a:p>
            <a:pPr algn="l" indent="0" marL="0">
              <a:buNone/>
            </a:pPr>
            <a:r>
              <a:rPr lang="en-US" sz="74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</a:t>
            </a:r>
            <a:endParaRPr lang="en-US" sz="7400" dirty="0"/>
          </a:p>
          <a:p>
            <a:pPr algn="l" indent="0" marL="0">
              <a:buNone/>
            </a:pPr>
            <a:r>
              <a:rPr lang="en-US" sz="74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</a:t>
            </a:r>
            <a:endParaRPr lang="en-US" sz="7400" dirty="0"/>
          </a:p>
        </p:txBody>
      </p:sp>
      <p:sp>
        <p:nvSpPr>
          <p:cNvPr id="3" name="Shape 1"/>
          <p:cNvSpPr/>
          <p:nvPr/>
        </p:nvSpPr>
        <p:spPr>
          <a:xfrm>
            <a:off x="5303520" y="731520"/>
            <a:ext cx="36576" cy="3657600"/>
          </a:xfrm>
          <a:prstGeom prst="rect">
            <a:avLst/>
          </a:prstGeom>
          <a:solidFill>
            <a:srgbClr val="C8973A">
              <a:alpha val="50000"/>
            </a:srgbClr>
          </a:solidFill>
          <a:ln w="12700">
            <a:solidFill>
              <a:srgbClr val="C8973A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0" y="9144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holding more than a pen.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77840" y="160020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holding the bridge between fleeting thoughts and decisive actions.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77840" y="28346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D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Records unseen are memories dead. We refuse to let your brilliance be buried in walls of text.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40233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 to Flowtica.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find what's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— together.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862072"/>
            <a:ext cx="182880" cy="16459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697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SCRIBE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30083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unit for hands-on review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575304"/>
            <a:ext cx="182880" cy="16459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4107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LAUNCH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721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the next category — your timing is perfect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88536"/>
            <a:ext cx="182880" cy="16459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239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34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video · first-look · affiliate program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2194560"/>
            <a:ext cx="3383280" cy="274320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23560" y="2194560"/>
            <a:ext cx="338328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3591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064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 Yu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06440" y="3273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Marketing, Flowtica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3749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yuhong19950616@gmail.com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06440" y="4160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flowtica.com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88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FLOWTICA  ·  SCRIBE  ·  AI CLARITY IS RARE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Flowtica Scribe — Media Deck</dc:title>
  <dc:subject>PptxGenJS Presentation</dc:subject>
  <dc:creator>Flowtica</dc:creator>
  <cp:lastModifiedBy>Flowtica</cp:lastModifiedBy>
  <cp:revision>1</cp:revision>
  <dcterms:created xsi:type="dcterms:W3CDTF">2026-05-07T11:18:38Z</dcterms:created>
  <dcterms:modified xsi:type="dcterms:W3CDTF">2026-05-07T11:18:38Z</dcterms:modified>
</cp:coreProperties>
</file>